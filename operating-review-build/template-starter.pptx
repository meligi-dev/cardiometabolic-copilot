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9de1e1f3a444d6" /><Relationship Type="http://schemas.openxmlformats.org/officeDocument/2006/relationships/extended-properties" Target="/docProps/app.xml" Id="Rafd28182ff3047f1" /><Relationship Type="http://schemas.openxmlformats.org/officeDocument/2006/relationships/officeDocument" Target="/ppt/presentation.xml" Id="Red864db0bb36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8033f83ce494e"/>
  </p:sldMasterIdLst>
  <p:notesMasterIdLst>
    <p:notesMasterId xmlns:r="http://schemas.openxmlformats.org/officeDocument/2006/relationships" r:id="R879708f045514a49"/>
  </p:notesMasterIdLst>
  <p:sldIdLst>
    <p:sldId xmlns:r="http://schemas.openxmlformats.org/officeDocument/2006/relationships" id="256" r:id="R4f4b88a233ac4a35"/>
    <p:sldId xmlns:r="http://schemas.openxmlformats.org/officeDocument/2006/relationships" id="257" r:id="R413b69bada6a4d82"/>
    <p:sldId xmlns:r="http://schemas.openxmlformats.org/officeDocument/2006/relationships" id="258" r:id="R2fa796a0c0404759"/>
    <p:sldId xmlns:r="http://schemas.openxmlformats.org/officeDocument/2006/relationships" id="259" r:id="R66dccb648c934a9f"/>
    <p:sldId xmlns:r="http://schemas.openxmlformats.org/officeDocument/2006/relationships" id="260" r:id="Rac1fa9ba139e4ce6"/>
    <p:sldId xmlns:r="http://schemas.openxmlformats.org/officeDocument/2006/relationships" id="261" r:id="R355cf4059e144ff0"/>
    <p:sldId xmlns:r="http://schemas.openxmlformats.org/officeDocument/2006/relationships" id="262" r:id="Ra583137f491d4671"/>
    <p:sldId xmlns:r="http://schemas.openxmlformats.org/officeDocument/2006/relationships" id="263" r:id="Rb4826e0df8804772"/>
    <p:sldId xmlns:r="http://schemas.openxmlformats.org/officeDocument/2006/relationships" id="264" r:id="Racff5784f083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e5711c8ba47be" /><Relationship Type="http://schemas.openxmlformats.org/officeDocument/2006/relationships/slideMaster" Target="/ppt/slideMasters/slideMaster1.xml" Id="Rf4e8033f83ce494e" /><Relationship Type="http://schemas.openxmlformats.org/officeDocument/2006/relationships/notesMaster" Target="/ppt/notesMasters/notesMaster1.xml" Id="R879708f045514a49" /><Relationship Type="http://schemas.openxmlformats.org/officeDocument/2006/relationships/presProps" Target="/ppt/presProps.xml" Id="R38dd359625e94373" /><Relationship Type="http://schemas.openxmlformats.org/officeDocument/2006/relationships/viewProps" Target="/ppt/viewProps.xml" Id="Rb127f05f9f234ba4" /><Relationship Type="http://schemas.openxmlformats.org/officeDocument/2006/relationships/tableStyles" Target="/ppt/tableStyles.xml" Id="Rb99536c680154bfb" /><Relationship Type="http://schemas.openxmlformats.org/officeDocument/2006/relationships/slide" Target="/ppt/slides/slide1.xml" Id="R4f4b88a233ac4a35" /><Relationship Type="http://schemas.openxmlformats.org/officeDocument/2006/relationships/slide" Target="/ppt/slides/slide2.xml" Id="R413b69bada6a4d82" /><Relationship Type="http://schemas.openxmlformats.org/officeDocument/2006/relationships/slide" Target="/ppt/slides/slide3.xml" Id="R2fa796a0c0404759" /><Relationship Type="http://schemas.openxmlformats.org/officeDocument/2006/relationships/slide" Target="/ppt/slides/slide4.xml" Id="R66dccb648c934a9f" /><Relationship Type="http://schemas.openxmlformats.org/officeDocument/2006/relationships/slide" Target="/ppt/slides/slide5.xml" Id="Rac1fa9ba139e4ce6" /><Relationship Type="http://schemas.openxmlformats.org/officeDocument/2006/relationships/slide" Target="/ppt/slides/slide6.xml" Id="R355cf4059e144ff0" /><Relationship Type="http://schemas.openxmlformats.org/officeDocument/2006/relationships/slide" Target="/ppt/slides/slide7.xml" Id="Ra583137f491d4671" /><Relationship Type="http://schemas.openxmlformats.org/officeDocument/2006/relationships/slide" Target="/ppt/slides/slide8.xml" Id="Rb4826e0df8804772" /><Relationship Type="http://schemas.openxmlformats.org/officeDocument/2006/relationships/slide" Target="/ppt/slides/slide9.xml" Id="Racff5784f083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018253a602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88648510248d6" /><Relationship Type="http://schemas.openxmlformats.org/officeDocument/2006/relationships/notesMaster" Target="/ppt/notesMasters/notesMaster1.xml" Id="Rb2ba42aee65c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cb924c5d94553" /><Relationship Type="http://schemas.openxmlformats.org/officeDocument/2006/relationships/notesMaster" Target="/ppt/notesMasters/notesMaster1.xml" Id="Rb99497732d6c44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972a16ab1458d" /><Relationship Type="http://schemas.openxmlformats.org/officeDocument/2006/relationships/notesMaster" Target="/ppt/notesMasters/notesMaster1.xml" Id="R2dc8c769c7f1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86f10900d43f9" /><Relationship Type="http://schemas.openxmlformats.org/officeDocument/2006/relationships/notesMaster" Target="/ppt/notesMasters/notesMaster1.xml" Id="R879d3623b42443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da95400f64859" /><Relationship Type="http://schemas.openxmlformats.org/officeDocument/2006/relationships/notesMaster" Target="/ppt/notesMasters/notesMaster1.xml" Id="Rc68c9cdd0ae245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f4c096641c4e3c" /><Relationship Type="http://schemas.openxmlformats.org/officeDocument/2006/relationships/notesMaster" Target="/ppt/notesMasters/notesMaster1.xml" Id="R6001bb7c18ec44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4b1d6e8854395" /><Relationship Type="http://schemas.openxmlformats.org/officeDocument/2006/relationships/notesMaster" Target="/ppt/notesMasters/notesMaster1.xml" Id="R953d327f428049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7d3e3e30344a59" /><Relationship Type="http://schemas.openxmlformats.org/officeDocument/2006/relationships/notesMaster" Target="/ppt/notesMasters/notesMaster1.xml" Id="R2da06fc1ecd645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e5b352a6e436f" /><Relationship Type="http://schemas.openxmlformats.org/officeDocument/2006/relationships/notesMaster" Target="/ppt/notesMasters/notesMaster1.xml" Id="Rbd662fef5c7e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58ef82a774c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96d5a0a1c43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7de1853c647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420c7ba5e47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dc57240ae43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0273842d44a0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26a616c6847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717c084714e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e982ca6a847ea" /><Relationship Type="http://schemas.openxmlformats.org/officeDocument/2006/relationships/image" Target="/ppt/media/image.png" Id="R75b65ff014704c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7e63950b24c15" /><Relationship Type="http://schemas.openxmlformats.org/officeDocument/2006/relationships/image" Target="/ppt/media/image2.png" Id="R04eecfc629de430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75b65ff014704c0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04eecfc629de43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ce9b0e4f2349f7" /><Relationship Type="http://schemas.openxmlformats.org/officeDocument/2006/relationships/slideLayout" Target="/ppt/slideLayouts/slideLayout1.xml" Id="R9836741bd2b24593" /><Relationship Type="http://schemas.openxmlformats.org/officeDocument/2006/relationships/slideLayout" Target="/ppt/slideLayouts/slideLayout2.xml" Id="R23deb5c8f8a44ba9" /><Relationship Type="http://schemas.openxmlformats.org/officeDocument/2006/relationships/slideLayout" Target="/ppt/slideLayouts/slideLayout3.xml" Id="R4f2d324a8a7448d7" /><Relationship Type="http://schemas.openxmlformats.org/officeDocument/2006/relationships/slideLayout" Target="/ppt/slideLayouts/slideLayout4.xml" Id="R987fa3bca837437b" /><Relationship Type="http://schemas.openxmlformats.org/officeDocument/2006/relationships/slideLayout" Target="/ppt/slideLayouts/slideLayout5.xml" Id="R5e14ce0d299f4a86" /><Relationship Type="http://schemas.openxmlformats.org/officeDocument/2006/relationships/slideLayout" Target="/ppt/slideLayouts/slideLayout6.xml" Id="R2568ebc43fde41d8" /><Relationship Type="http://schemas.openxmlformats.org/officeDocument/2006/relationships/slideLayout" Target="/ppt/slideLayouts/slideLayout7.xml" Id="Rf8ecc0ba11604d05" /><Relationship Type="http://schemas.openxmlformats.org/officeDocument/2006/relationships/slideLayout" Target="/ppt/slideLayouts/slideLayout8.xml" Id="Rc4720069e674428b" /><Relationship Type="http://schemas.openxmlformats.org/officeDocument/2006/relationships/slideLayout" Target="/ppt/slideLayouts/slideLayout9.xml" Id="R37e31f63ca13478c" /><Relationship Type="http://schemas.openxmlformats.org/officeDocument/2006/relationships/slideLayout" Target="/ppt/slideLayouts/slideLayout10.xml" Id="Re9f1dac7ba7341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36741bd2b24593"/>
    <p:sldLayoutId xmlns:r="http://schemas.openxmlformats.org/officeDocument/2006/relationships" id="2147483650" r:id="R23deb5c8f8a44ba9"/>
    <p:sldLayoutId xmlns:r="http://schemas.openxmlformats.org/officeDocument/2006/relationships" id="2147483651" r:id="R4f2d324a8a7448d7"/>
    <p:sldLayoutId xmlns:r="http://schemas.openxmlformats.org/officeDocument/2006/relationships" id="2147483652" r:id="R987fa3bca837437b"/>
    <p:sldLayoutId xmlns:r="http://schemas.openxmlformats.org/officeDocument/2006/relationships" id="2147483653" r:id="R5e14ce0d299f4a86"/>
    <p:sldLayoutId xmlns:r="http://schemas.openxmlformats.org/officeDocument/2006/relationships" id="2147483654" r:id="R2568ebc43fde41d8"/>
    <p:sldLayoutId xmlns:r="http://schemas.openxmlformats.org/officeDocument/2006/relationships" id="2147483655" r:id="Rf8ecc0ba11604d05"/>
    <p:sldLayoutId xmlns:r="http://schemas.openxmlformats.org/officeDocument/2006/relationships" id="2147483656" r:id="Rc4720069e674428b"/>
    <p:sldLayoutId xmlns:r="http://schemas.openxmlformats.org/officeDocument/2006/relationships" id="2147483657" r:id="R37e31f63ca13478c"/>
    <p:sldLayoutId xmlns:r="http://schemas.openxmlformats.org/officeDocument/2006/relationships" id="2147483658" r:id="Re9f1dac7ba7341c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b661830414705" /><Relationship Type="http://schemas.openxmlformats.org/officeDocument/2006/relationships/notesSlide" Target="/ppt/notesSlides/notesSlide1.xml" Id="R41bba23ce2df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ce90de76b4c74" /><Relationship Type="http://schemas.openxmlformats.org/officeDocument/2006/relationships/notesSlide" Target="/ppt/notesSlides/notesSlide2.xml" Id="R3a925f03f8514b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41e6fc9f64772" /><Relationship Type="http://schemas.openxmlformats.org/officeDocument/2006/relationships/notesSlide" Target="/ppt/notesSlides/notesSlide3.xml" Id="Rc9ffe6a54aa249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f623227e54f6e" /><Relationship Type="http://schemas.openxmlformats.org/officeDocument/2006/relationships/notesSlide" Target="/ppt/notesSlides/notesSlide4.xml" Id="Rf9922f7c927143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acc517c0d4df6" /><Relationship Type="http://schemas.openxmlformats.org/officeDocument/2006/relationships/notesSlide" Target="/ppt/notesSlides/notesSlide5.xml" Id="R4f31ba43d609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c626e1dba479a" /><Relationship Type="http://schemas.openxmlformats.org/officeDocument/2006/relationships/notesSlide" Target="/ppt/notesSlides/notesSlide6.xml" Id="R9a0215a37f74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e9fc41cb24c05" /><Relationship Type="http://schemas.openxmlformats.org/officeDocument/2006/relationships/notesSlide" Target="/ppt/notesSlides/notesSlide7.xml" Id="Ree918d80a6b44e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ca554d8e54ad6" /><Relationship Type="http://schemas.openxmlformats.org/officeDocument/2006/relationships/notesSlide" Target="/ppt/notesSlides/notesSlide8.xml" Id="R6de52cb5dd62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f56c70f804dc5" /><Relationship Type="http://schemas.openxmlformats.org/officeDocument/2006/relationships/notesSlide" Target="/ppt/notesSlides/notesSlide9.xml" Id="Rf99a03f5bba046f3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Weekly Business</a:t>
            </a:r>
            <a:br/>
            <a:r>
              <a:rPr sz="6500">
                <a:solidFill>
                  <a:schemeClr val="accent3"/>
                </a:solidFill>
              </a:rPr>
              <a:t>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Week ending in [DATE]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Q2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Prepared by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Team or speaker name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Q2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Company Name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6B7D3A3-0A03-4036-9F23-E9B01E9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800"/>
              <a:t>Weekly 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Agenda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one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two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three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four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five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Agenda item six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574A810-7A8E-054F-9F6B-09E9C694ECF9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2x2 card grid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with large side checklist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7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Nam non ante quis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Nam non ante quis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8"/>
            <a:ext cx="7493001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stat cards layout with description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1590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Registered users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1DD23EE5-5C87-3C71-2A21-882A4B8494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30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stat cards with descriptions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28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two comparison cards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latin typeface="Helvetica Neue"/>
                <a:ea typeface="Helvetica Neue"/>
                <a:cs typeface="Helvetica Neue"/>
              </a:rPr>
              <a:t> cursus. </a:t>
            </a: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br/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layout with checklist 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Thank you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Meeting details 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Meeting details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2026-08-20T05:51:06.5650000Z</dcterms:created>
  <dcterms:modified xsi:type="dcterms:W3CDTF">2026-08-20T05:51:06.5650000Z</dcterms:modified>
</coreProperties>
</file>